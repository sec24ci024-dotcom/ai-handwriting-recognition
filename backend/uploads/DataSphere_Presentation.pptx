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DataSphere: Unifying Socioeconomic Insights for a Smarter Tomorrow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Turning fragmented datasets into actionable intelligence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From raw data to real impact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Hackathon Project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Socioeconomic data is scattered across multiple platforms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Time-consuming to combine, compare, and analyze datasets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Decision-makers lack real-time, integrated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One platform to import multiple datasets (CSV/API)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Normalize &amp; integrate data seamlessly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Provide real-time, interactive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User authentication &amp; onboarding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Data visualization dashboard with real-time updates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Mobile-responsive modern UI/UX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Integration with at least 2 relevant APIs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Role-based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Frontend: React/Next.js + TypeScript + TailwindCSS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Backend/Database: Supabase (Postgres + Storage)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APIs: World Bank API, Open Government Data API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Maps: Mapbox / Leaflet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1. User logs in &amp; selects datasets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2. System fetches &amp; normalizes data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3. Dashboard updates in real time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4. Insights are generated &amp; can be exported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Impact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Enables better policy-making, NGO planning, research insights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Future additions: predictive analytics, AI-driven correlations, more API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team info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Join us in making data work for a better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209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DataSphere: Unifying Socioeconomic Insights for a Smarter Tomorrow</vt:lpstr>
      <vt:lpstr>The Problem</vt:lpstr>
      <vt:lpstr>The Solution</vt:lpstr>
      <vt:lpstr>Core Features</vt:lpstr>
      <vt:lpstr>Technology Stack</vt:lpstr>
      <vt:lpstr>How It Works</vt:lpstr>
      <vt:lpstr>Impact &amp; Future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teddy jii</cp:lastModifiedBy>
  <cp:revision>3</cp:revision>
  <dcterms:created xsi:type="dcterms:W3CDTF">2013-01-27T09:14:16Z</dcterms:created>
  <dcterms:modified xsi:type="dcterms:W3CDTF">2025-08-11T13:37:22Z</dcterms:modified>
  <cp:category/>
</cp:coreProperties>
</file>